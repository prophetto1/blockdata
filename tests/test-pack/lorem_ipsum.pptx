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Lorem Ipsum Smoke Fixture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PPTX fixture is used for format-matrix smoke 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